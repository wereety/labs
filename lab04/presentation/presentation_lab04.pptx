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 по лабораторной работе №1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и конфигурация операционной системы на виртуальную машину</a:t>
            </a:r>
            <a:br/>
            <a:br/>
            <a:r>
              <a:rPr/>
              <a:t>Раднаве Ардан, НКАбд04-24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Получение практических навыков работы в консоли с расширенными атрибутами файлов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30500" y="1193800"/>
            <a:ext cx="3683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file1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44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Ввод команд, вывод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 #  Заключение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№1</dc:title>
  <dc:creator>Раднаве Ардан, НКАбд04-24</dc:creator>
  <cp:keywords/>
  <dcterms:created xsi:type="dcterms:W3CDTF">2026-09-04T16:20:29Z</dcterms:created>
  <dcterms:modified xsi:type="dcterms:W3CDTF">2026-09-04T16:20:29Z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 y</vt:lpwstr>
  </property>
  <property fmtid="{D5CDD505-2E9C-101B-9397-08002B2CF9AE}" pid="3" name="slide-level">
    <vt:lpwstr>1</vt:lpwstr>
  </property>
  <property fmtid="{D5CDD505-2E9C-101B-9397-08002B2CF9AE}" pid="4" name="subtitle">
    <vt:lpwstr>Установка и конфигурация операционной системы на виртуальную машину</vt:lpwstr>
  </property>
</Properties>
</file>