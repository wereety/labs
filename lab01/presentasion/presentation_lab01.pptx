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10" Type="http://schemas.openxmlformats.org/officeDocument/2006/relationships/viewProps" Target="viewProps.xml" /><Relationship Id="rId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2" Type="http://schemas.openxmlformats.org/officeDocument/2006/relationships/tableStyles" Target="tableStyles.xml" /><Relationship Id="rId1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Отчет по лабораторной работе №1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Установка и конфигурация операционной системы на виртуальную машину</a:t>
            </a:r>
            <a:br/>
            <a:br/>
            <a:r>
              <a:rPr/>
              <a:t>Раднаве Ардан, НКАбд04-24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 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Приобретение практических навыков установки операционной системы на виртуальную машину, настройки минимально необходимых для дальнейшей работы сервисов.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Ход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Установка Rocky</a:t>
            </a:r>
          </a:p>
          <a:p>
            <a:pPr lvl="0"/>
            <a:r>
              <a:rPr/>
              <a:t>Настройка</a:t>
            </a:r>
          </a:p>
          <a:p>
            <a:pPr lvl="0"/>
            <a:r>
              <a:rPr/>
              <a:t>Проверка</a:t>
            </a:r>
          </a:p>
          <a:p>
            <a:pPr lvl="0"/>
            <a:r>
              <a:rPr/>
              <a:t>Анализ через dmesg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Создание операционной системы</a:t>
            </a:r>
          </a:p>
        </p:txBody>
      </p:sp>
      <p:pic>
        <p:nvPicPr>
          <p:cNvPr descr="im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90800" y="1193800"/>
            <a:ext cx="3949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Настройка</a:t>
            </a:r>
          </a:p>
        </p:txBody>
      </p:sp>
      <p:pic>
        <p:nvPicPr>
          <p:cNvPr descr="imag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82800" y="1193800"/>
            <a:ext cx="4965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Выполнение проверок</a:t>
            </a:r>
          </a:p>
        </p:txBody>
      </p:sp>
      <p:pic>
        <p:nvPicPr>
          <p:cNvPr descr="image-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79600" y="1193800"/>
            <a:ext cx="5372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Выводы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ходе выполнения лабораторной работы были приобретены практические навыки установки ОС Rocky Linux на виртуальную машину VirtualBox: создание виртуальной машины с заданными параметрами, установка ОС с выбором базового окружения Server with GUI, первоначальная настройка учётной записи пользователя и имени хоста. Дополнительно освоен анализ последовательности загрузки системы через журнал ядра (</a:t>
            </a:r>
            <a:r>
              <a:rPr>
                <a:latin typeface="Courier"/>
              </a:rPr>
              <a:t>dmesg</a:t>
            </a:r>
            <a:r>
              <a:rPr/>
              <a:t>), позволяющий определить версию ядра, характеристики процессора, тип гипервизора и параметры монтирования файловых систем.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Отчет по лабораторной работе №1</dc:title>
  <dc:creator>Раднаве Ардан, НКАбд04-24</dc:creator>
  <cp:keywords/>
  <dcterms:created xsi:type="dcterms:W3CDTF">2026-09-01T13:54:41Z</dcterms:created>
  <dcterms:modified xsi:type="dcterms:W3CDTF">2026-09-01T13:54:41Z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 y</vt:lpwstr>
  </property>
  <property fmtid="{D5CDD505-2E9C-101B-9397-08002B2CF9AE}" pid="3" name="slide-level">
    <vt:lpwstr>1</vt:lpwstr>
  </property>
  <property fmtid="{D5CDD505-2E9C-101B-9397-08002B2CF9AE}" pid="4" name="subtitle">
    <vt:lpwstr>Установка и конфигурация операционной системы на виртуальную машину</vt:lpwstr>
  </property>
</Properties>
</file>