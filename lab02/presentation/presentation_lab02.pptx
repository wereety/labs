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 по лабораторной работе №2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и конфигурация операционной системы на виртуальную машину</a:t>
            </a:r>
            <a:br/>
            <a:br/>
            <a:r>
              <a:rPr/>
              <a:t>Раднаве Ардан, НКАбд04-24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Получение практических навыков работы в консоли с атрибутами файлов, закрепление теоретических основ дискреционного разграничения доступа в современных системах с открытым кодом на базе ОС Linux1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Ход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Создание guest</a:t>
            </a:r>
          </a:p>
          <a:p>
            <a:pPr lvl="0"/>
            <a:r>
              <a:rPr/>
              <a:t>Создание директории dir1</a:t>
            </a:r>
          </a:p>
          <a:p>
            <a:pPr lvl="0"/>
            <a:r>
              <a:rPr/>
              <a:t>Выявление прав</a:t>
            </a:r>
          </a:p>
          <a:p>
            <a:pPr lvl="0"/>
            <a:r>
              <a:rPr/>
              <a:t>Заполнение таблички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11500" y="1193800"/>
            <a:ext cx="292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учетки guest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#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44900" y="203200"/>
            <a:ext cx="4953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Работа с директориями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60700" y="1193800"/>
            <a:ext cx="300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Выполнение команд на изучение прав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№2</dc:title>
  <dc:creator>Раднаве Ардан, НКАбд04-24</dc:creator>
  <cp:keywords/>
  <dcterms:created xsi:type="dcterms:W3CDTF">2026-09-04T13:34:59Z</dcterms:created>
  <dcterms:modified xsi:type="dcterms:W3CDTF">2026-09-04T13:34:59Z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lide-level">
    <vt:lpwstr>1</vt:lpwstr>
  </property>
  <property fmtid="{D5CDD505-2E9C-101B-9397-08002B2CF9AE}" pid="4" name="subtitle">
    <vt:lpwstr>Установка и конфигурация операционной системы на виртуальную машину</vt:lpwstr>
  </property>
</Properties>
</file>