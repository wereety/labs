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7" Type="http://schemas.openxmlformats.org/officeDocument/2006/relationships/image" Target="../media/image6.png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Презентация по лабораторной работе №7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и конфигурация операционной системы на виртуальную машину</a:t>
            </a:r>
            <a:br/>
            <a:br/>
            <a:r>
              <a:rPr/>
              <a:t>Раднаве Ардан, НКАбд04-24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Освоить на практике применение режима однократного гаммирования</a:t>
            </a:r>
          </a:p>
        </p:txBody>
      </p:sp>
      <p:pic>
        <p:nvPicPr>
          <p:cNvPr descr="image/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206500"/>
            <a:ext cx="51054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Функция перевода тексты в числа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Необходимо определить вид шифротекста при известном ключе и известном открытом тексте.</a:t>
            </a:r>
          </a:p>
        </p:txBody>
      </p:sp>
      <p:pic>
        <p:nvPicPr>
          <p:cNvPr descr="image/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850900"/>
            <a:ext cx="5105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Функция для шифрования текста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Также создаю функцию преобразования чисел обратно в текст</a:t>
            </a:r>
          </a:p>
        </p:txBody>
      </p:sp>
      <p:pic>
        <p:nvPicPr>
          <p:cNvPr descr="image/2.PN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3568700" y="1346200"/>
            <a:ext cx="5105400" cy="1587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Подбор возможных ключей для фрагмента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Добавляю функцию генерации рандомного ключа</a:t>
            </a:r>
          </a:p>
        </p:txBody>
      </p:sp>
      <p:pic>
        <p:nvPicPr>
          <p:cNvPr descr="image/4.PNG" id="0" name="Picture 1"/>
          <p:cNvPicPr>
            <a:picLocks noGrp="1"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3568700" y="1371600"/>
            <a:ext cx="5105400" cy="1536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Генерация ключа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Проверка работы всех функций. Шифрование и дешифрование происходит верно, как и нахождение ключей, с помощью которых можно расшифровать верно только кусок текста</a:t>
            </a:r>
          </a:p>
        </p:txBody>
      </p:sp>
      <p:pic>
        <p:nvPicPr>
          <p:cNvPr descr="image/5.PNG" id="0" name="Picture 1"/>
          <p:cNvPicPr>
            <a:picLocks noGrp="1" noChangeAspect="1"/>
          </p:cNvPicPr>
          <p:nvPr/>
        </p:nvPicPr>
        <p:blipFill>
          <a:blip r:embed="rId6"/>
          <a:stretch>
            <a:fillRect/>
          </a:stretch>
        </p:blipFill>
        <p:spPr bwMode="auto">
          <a:xfrm>
            <a:off x="4610100" y="203200"/>
            <a:ext cx="30226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Основная логика</a:t>
            </a:r>
          </a:p>
        </p:txBody>
      </p:sp>
      <p:pic>
        <p:nvPicPr>
          <p:cNvPr descr="image/6.PNG" id="0" name="Picture 1"/>
          <p:cNvPicPr>
            <a:picLocks noGrp="1"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3568700" y="1625600"/>
            <a:ext cx="5105400" cy="1016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Результат работы программы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данной лабораторной работы мной было освоено на практике применение режима однократного гаммирования.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лабораторной работе №7</dc:title>
  <dc:creator>Раднаве Ардан, НКАбд04-24</dc:creator>
  <cp:keywords/>
  <dcterms:created xsi:type="dcterms:W3CDTF">2026-09-04T18:13:28Z</dcterms:created>
  <dcterms:modified xsi:type="dcterms:W3CDTF">2026-09-04T18:13:28Z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 y</vt:lpwstr>
  </property>
  <property fmtid="{D5CDD505-2E9C-101B-9397-08002B2CF9AE}" pid="3" name="slide-level">
    <vt:lpwstr>1</vt:lpwstr>
  </property>
  <property fmtid="{D5CDD505-2E9C-101B-9397-08002B2CF9AE}" pid="4" name="subtitle">
    <vt:lpwstr>Установка и конфигурация операционной системы на виртуальную машину</vt:lpwstr>
  </property>
</Properties>
</file>