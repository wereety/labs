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6.png" /><Relationship Id="rId2" Type="http://schemas.openxmlformats.org/officeDocument/2006/relationships/image" Target="../media/image5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1.png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Презентация по лабораторной работе №6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Установка и конфигурация операционной системы на виртуальную машину</a:t>
            </a:r>
            <a:br/>
            <a:br/>
            <a:r>
              <a:rPr/>
              <a:t>Раднаве Ардан, НКАбд04-24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 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Развить навыки администрирования ОС Linux. Получить первое практическое знакомство с технологией SELinux1. Проверить работу SELinx на практике совместно с веб-сервером Apache.</a:t>
            </a:r>
          </a:p>
        </p:txBody>
      </p:sp>
      <p:pic>
        <p:nvPicPr>
          <p:cNvPr descr="1%20(10)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21200" y="203200"/>
            <a:ext cx="32004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Проверка</a:t>
            </a:r>
          </a:p>
        </p:txBody>
      </p:sp>
      <p:pic>
        <p:nvPicPr>
          <p:cNvPr descr="1%20(3)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876300"/>
            <a:ext cx="51054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Настройка 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%20(4)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43000" y="1193800"/>
            <a:ext cx="687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%20(5)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90600" y="1193800"/>
            <a:ext cx="7175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%20(1)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06500"/>
            <a:ext cx="82296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Не работает</a:t>
            </a:r>
          </a:p>
        </p:txBody>
      </p:sp>
      <p:pic>
        <p:nvPicPr>
          <p:cNvPr descr="1%20(6)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524000" y="1193800"/>
            <a:ext cx="6096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Настройка 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%20(7)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43200" y="1193800"/>
            <a:ext cx="3657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%20(11)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93900"/>
            <a:ext cx="8229600" cy="127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Test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%20(8)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43200" y="1193800"/>
            <a:ext cx="3657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%20(9)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49300" y="1193800"/>
            <a:ext cx="7645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%20(10)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78200" y="1193800"/>
            <a:ext cx="2387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Правки</a:t>
            </a:r>
          </a:p>
        </p:txBody>
      </p:sp>
      <p:pic>
        <p:nvPicPr>
          <p:cNvPr descr="1%20(2)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663700"/>
            <a:ext cx="82296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Получилось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по лабораторной работе №6</dc:title>
  <dc:creator>Раднаве Ардан, НКАбд04-24</dc:creator>
  <cp:keywords/>
  <dcterms:created xsi:type="dcterms:W3CDTF">2026-09-04T17:56:45Z</dcterms:created>
  <dcterms:modified xsi:type="dcterms:W3CDTF">2026-09-04T17:56:45Z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 y</vt:lpwstr>
  </property>
  <property fmtid="{D5CDD505-2E9C-101B-9397-08002B2CF9AE}" pid="3" name="slide-level">
    <vt:lpwstr>1</vt:lpwstr>
  </property>
  <property fmtid="{D5CDD505-2E9C-101B-9397-08002B2CF9AE}" pid="4" name="subtitle">
    <vt:lpwstr>Установка и конфигурация операционной системы на виртуальную машину</vt:lpwstr>
  </property>
</Properties>
</file>